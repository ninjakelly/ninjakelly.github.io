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"/>
  </p:notesMasterIdLst>
  <p:sldIdLst>
    <p:sldId id="275" r:id="rId3"/>
  </p:sldIdLst>
  <p:sldSz cx="14400213" cy="32400875"/>
  <p:notesSz cx="6858000" cy="9144000"/>
  <p:custDataLst>
    <p:tags r:id="rId5"/>
  </p:custDataLst>
  <p:defaultTextStyle>
    <a:defPPr>
      <a:defRPr lang="zh-CN"/>
    </a:defPPr>
    <a:lvl1pPr algn="l" defTabSz="2674620" rtl="0" fontAlgn="base">
      <a:spcBef>
        <a:spcPct val="0"/>
      </a:spcBef>
      <a:spcAft>
        <a:spcPct val="0"/>
      </a:spcAft>
      <a:buFont typeface="Arial" panose="020B0604020202020204" pitchFamily="34" charset="0"/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1pPr>
    <a:lvl2pPr marL="1337310" indent="-1054735" algn="l" defTabSz="2674620" rtl="0" fontAlgn="base">
      <a:spcBef>
        <a:spcPct val="0"/>
      </a:spcBef>
      <a:spcAft>
        <a:spcPct val="0"/>
      </a:spcAft>
      <a:buFont typeface="Arial" panose="020B0604020202020204" pitchFamily="34" charset="0"/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2pPr>
    <a:lvl3pPr marL="2674620" indent="-2108835" algn="l" defTabSz="2674620" rtl="0" fontAlgn="base">
      <a:spcBef>
        <a:spcPct val="0"/>
      </a:spcBef>
      <a:spcAft>
        <a:spcPct val="0"/>
      </a:spcAft>
      <a:buFont typeface="Arial" panose="020B0604020202020204" pitchFamily="34" charset="0"/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3pPr>
    <a:lvl4pPr marL="4010660" indent="-3161665" algn="l" defTabSz="2674620" rtl="0" fontAlgn="base">
      <a:spcBef>
        <a:spcPct val="0"/>
      </a:spcBef>
      <a:spcAft>
        <a:spcPct val="0"/>
      </a:spcAft>
      <a:buFont typeface="Arial" panose="020B0604020202020204" pitchFamily="34" charset="0"/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4pPr>
    <a:lvl5pPr marL="5348605" indent="-4216400" algn="l" defTabSz="2674620" rtl="0" fontAlgn="base">
      <a:spcBef>
        <a:spcPct val="0"/>
      </a:spcBef>
      <a:spcAft>
        <a:spcPct val="0"/>
      </a:spcAft>
      <a:buFont typeface="Arial" panose="020B0604020202020204" pitchFamily="34" charset="0"/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5pPr>
    <a:lvl6pPr marL="1414780" algn="l" defTabSz="565785" rtl="0" eaLnBrk="1" latinLnBrk="0" hangingPunct="1"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6pPr>
    <a:lvl7pPr marL="1697990" algn="l" defTabSz="565785" rtl="0" eaLnBrk="1" latinLnBrk="0" hangingPunct="1"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7pPr>
    <a:lvl8pPr marL="1980565" algn="l" defTabSz="565785" rtl="0" eaLnBrk="1" latinLnBrk="0" hangingPunct="1"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8pPr>
    <a:lvl9pPr marL="2263775" algn="l" defTabSz="565785" rtl="0" eaLnBrk="1" latinLnBrk="0" hangingPunct="1">
      <a:defRPr sz="5260" kern="1200">
        <a:solidFill>
          <a:schemeClr val="tx1"/>
        </a:solidFill>
        <a:latin typeface="Trebuchet MS" panose="020B0603020202020204" pitchFamily="34" charset="0"/>
        <a:ea typeface="方正姚体" panose="02010601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45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A5BADD"/>
    <a:srgbClr val="ABBEDF"/>
    <a:srgbClr val="6E8DC4"/>
    <a:srgbClr val="BFCDE6"/>
    <a:srgbClr val="5075B7"/>
    <a:srgbClr val="88A2D0"/>
    <a:srgbClr val="87A1CF"/>
    <a:srgbClr val="839ECE"/>
    <a:srgbClr val="1A4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99" autoAdjust="0"/>
    <p:restoredTop sz="94660" autoAdjust="0"/>
  </p:normalViewPr>
  <p:slideViewPr>
    <p:cSldViewPr showGuides="1">
      <p:cViewPr>
        <p:scale>
          <a:sx n="75" d="100"/>
          <a:sy n="75" d="100"/>
        </p:scale>
        <p:origin x="2022" y="-10200"/>
      </p:cViewPr>
      <p:guideLst>
        <p:guide orient="horz" pos="10204"/>
        <p:guide pos="45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F06A99F-054F-4264-A301-AE41CB50082C}" type="datetimeFigureOut">
              <a:rPr lang="zh-CN" altLang="en-US"/>
              <a:t>2026/5/21</a:t>
            </a:fld>
            <a:endParaRPr lang="zh-CN" altLang="en-US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2743200" y="1143000"/>
            <a:ext cx="13716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fld id="{681DDA30-686B-4ACC-9741-C32D2FD03BB2}" type="slidenum">
              <a:rPr lang="zh-CN" altLang="en-US"/>
              <a:t>‹#›</a:t>
            </a:fld>
            <a:endParaRPr lang="zh-CN" altLang="en-US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745" kern="1200">
        <a:solidFill>
          <a:schemeClr val="tx1"/>
        </a:solidFill>
        <a:latin typeface="+mn-lt"/>
        <a:ea typeface="+mn-ea"/>
        <a:cs typeface="+mn-cs"/>
      </a:defRPr>
    </a:lvl1pPr>
    <a:lvl2pPr marL="283210" algn="l" rtl="0" eaLnBrk="0" fontAlgn="base" hangingPunct="0">
      <a:spcBef>
        <a:spcPct val="0"/>
      </a:spcBef>
      <a:spcAft>
        <a:spcPct val="0"/>
      </a:spcAft>
      <a:defRPr sz="745" kern="1200">
        <a:solidFill>
          <a:schemeClr val="tx1"/>
        </a:solidFill>
        <a:latin typeface="+mn-lt"/>
        <a:ea typeface="+mn-ea"/>
        <a:cs typeface="+mn-cs"/>
      </a:defRPr>
    </a:lvl2pPr>
    <a:lvl3pPr marL="565785" algn="l" rtl="0" eaLnBrk="0" fontAlgn="base" hangingPunct="0">
      <a:spcBef>
        <a:spcPct val="0"/>
      </a:spcBef>
      <a:spcAft>
        <a:spcPct val="0"/>
      </a:spcAft>
      <a:defRPr sz="745" kern="1200">
        <a:solidFill>
          <a:schemeClr val="tx1"/>
        </a:solidFill>
        <a:latin typeface="+mn-lt"/>
        <a:ea typeface="+mn-ea"/>
        <a:cs typeface="+mn-cs"/>
      </a:defRPr>
    </a:lvl3pPr>
    <a:lvl4pPr marL="848995" algn="l" rtl="0" eaLnBrk="0" fontAlgn="base" hangingPunct="0">
      <a:spcBef>
        <a:spcPct val="0"/>
      </a:spcBef>
      <a:spcAft>
        <a:spcPct val="0"/>
      </a:spcAft>
      <a:defRPr sz="745" kern="1200">
        <a:solidFill>
          <a:schemeClr val="tx1"/>
        </a:solidFill>
        <a:latin typeface="+mn-lt"/>
        <a:ea typeface="+mn-ea"/>
        <a:cs typeface="+mn-cs"/>
      </a:defRPr>
    </a:lvl4pPr>
    <a:lvl5pPr marL="1131570" algn="l" rtl="0" eaLnBrk="0" fontAlgn="base" hangingPunct="0">
      <a:spcBef>
        <a:spcPct val="0"/>
      </a:spcBef>
      <a:spcAft>
        <a:spcPct val="0"/>
      </a:spcAft>
      <a:defRPr sz="745" kern="1200">
        <a:solidFill>
          <a:schemeClr val="tx1"/>
        </a:solidFill>
        <a:latin typeface="+mn-lt"/>
        <a:ea typeface="+mn-ea"/>
        <a:cs typeface="+mn-cs"/>
      </a:defRPr>
    </a:lvl5pPr>
    <a:lvl6pPr marL="1414780" algn="l" defTabSz="565785" rtl="0" eaLnBrk="1" latinLnBrk="0" hangingPunct="1">
      <a:defRPr sz="745" kern="1200">
        <a:solidFill>
          <a:schemeClr val="tx1"/>
        </a:solidFill>
        <a:latin typeface="+mn-lt"/>
        <a:ea typeface="+mn-ea"/>
        <a:cs typeface="+mn-cs"/>
      </a:defRPr>
    </a:lvl6pPr>
    <a:lvl7pPr marL="1697990" algn="l" defTabSz="565785" rtl="0" eaLnBrk="1" latinLnBrk="0" hangingPunct="1">
      <a:defRPr sz="745" kern="1200">
        <a:solidFill>
          <a:schemeClr val="tx1"/>
        </a:solidFill>
        <a:latin typeface="+mn-lt"/>
        <a:ea typeface="+mn-ea"/>
        <a:cs typeface="+mn-cs"/>
      </a:defRPr>
    </a:lvl7pPr>
    <a:lvl8pPr marL="1980565" algn="l" defTabSz="565785" rtl="0" eaLnBrk="1" latinLnBrk="0" hangingPunct="1">
      <a:defRPr sz="745" kern="1200">
        <a:solidFill>
          <a:schemeClr val="tx1"/>
        </a:solidFill>
        <a:latin typeface="+mn-lt"/>
        <a:ea typeface="+mn-ea"/>
        <a:cs typeface="+mn-cs"/>
      </a:defRPr>
    </a:lvl8pPr>
    <a:lvl9pPr marL="2263775" algn="l" defTabSz="565785" rtl="0" eaLnBrk="1" latinLnBrk="0" hangingPunct="1">
      <a:defRPr sz="7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2743200" y="1143000"/>
            <a:ext cx="13716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9451" y="10063197"/>
            <a:ext cx="12241315" cy="6946932"/>
          </a:xfrm>
          <a:prstGeom prst="rect">
            <a:avLst/>
          </a:prstGeom>
        </p:spPr>
        <p:txBody>
          <a:bodyPr lIns="378854" tIns="189427" rIns="378854" bIns="189427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61168" y="18357324"/>
            <a:ext cx="10080148" cy="8280530"/>
          </a:xfrm>
          <a:prstGeom prst="rect">
            <a:avLst/>
          </a:prstGeom>
        </p:spPr>
        <p:txBody>
          <a:bodyPr lIns="378854" tIns="189427" rIns="378854" bIns="189427"/>
          <a:lstStyle>
            <a:lvl1pPr marL="0" indent="0" algn="ctr">
              <a:buNone/>
              <a:defRPr/>
            </a:lvl1pPr>
            <a:lvl2pPr marL="848995" indent="0" algn="ctr">
              <a:buNone/>
              <a:defRPr/>
            </a:lvl2pPr>
            <a:lvl3pPr marL="1698625" indent="0" algn="ctr">
              <a:buNone/>
              <a:defRPr/>
            </a:lvl3pPr>
            <a:lvl4pPr marL="2547620" indent="0" algn="ctr">
              <a:buNone/>
              <a:defRPr/>
            </a:lvl4pPr>
            <a:lvl5pPr marL="3396615" indent="0" algn="ctr">
              <a:buNone/>
              <a:defRPr/>
            </a:lvl5pPr>
            <a:lvl6pPr marL="4246245" indent="0" algn="ctr">
              <a:buNone/>
              <a:defRPr/>
            </a:lvl6pPr>
            <a:lvl7pPr marL="5095240" indent="0" algn="ctr">
              <a:buNone/>
              <a:defRPr/>
            </a:lvl7pPr>
            <a:lvl8pPr marL="5944235" indent="0" algn="ctr">
              <a:buNone/>
              <a:defRPr/>
            </a:lvl8pPr>
            <a:lvl9pPr marL="6793865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FE524E9-8B7F-4F8C-A477-E2F02D85205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146" y="1299586"/>
            <a:ext cx="12960192" cy="5395610"/>
          </a:xfrm>
          <a:prstGeom prst="rect">
            <a:avLst/>
          </a:prstGeom>
        </p:spPr>
        <p:txBody>
          <a:bodyPr lIns="378854" tIns="189427" rIns="378854" bIns="189427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146" y="7559309"/>
            <a:ext cx="12960192" cy="21385117"/>
          </a:xfrm>
          <a:prstGeom prst="rect">
            <a:avLst/>
          </a:prstGeom>
        </p:spPr>
        <p:txBody>
          <a:bodyPr lIns="378854" tIns="189427" rIns="378854" bIns="189427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99407C0-773A-412F-B149-A395E23BEF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8412" y="20820391"/>
            <a:ext cx="12239048" cy="6436628"/>
          </a:xfrm>
          <a:prstGeom prst="rect">
            <a:avLst/>
          </a:prstGeom>
        </p:spPr>
        <p:txBody>
          <a:bodyPr lIns="378854" tIns="189427" rIns="378854" bIns="189427" anchor="t"/>
          <a:lstStyle>
            <a:lvl1pPr algn="l">
              <a:defRPr sz="744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8412" y="13730571"/>
            <a:ext cx="12239048" cy="7089820"/>
          </a:xfrm>
          <a:prstGeom prst="rect">
            <a:avLst/>
          </a:prstGeom>
        </p:spPr>
        <p:txBody>
          <a:bodyPr lIns="378854" tIns="189427" rIns="378854" bIns="189427" anchor="b"/>
          <a:lstStyle>
            <a:lvl1pPr marL="0" indent="0">
              <a:buNone/>
              <a:defRPr sz="3720"/>
            </a:lvl1pPr>
            <a:lvl2pPr marL="848995" indent="0">
              <a:buNone/>
              <a:defRPr sz="3365"/>
            </a:lvl2pPr>
            <a:lvl3pPr marL="1698625" indent="0">
              <a:buNone/>
              <a:defRPr sz="2960"/>
            </a:lvl3pPr>
            <a:lvl4pPr marL="2547620" indent="0">
              <a:buNone/>
              <a:defRPr sz="2605"/>
            </a:lvl4pPr>
            <a:lvl5pPr marL="3396615" indent="0">
              <a:buNone/>
              <a:defRPr sz="2605"/>
            </a:lvl5pPr>
            <a:lvl6pPr marL="4246245" indent="0">
              <a:buNone/>
              <a:defRPr sz="2605"/>
            </a:lvl6pPr>
            <a:lvl7pPr marL="5095240" indent="0">
              <a:buNone/>
              <a:defRPr sz="2605"/>
            </a:lvl7pPr>
            <a:lvl8pPr marL="5944235" indent="0">
              <a:buNone/>
              <a:defRPr sz="2605"/>
            </a:lvl8pPr>
            <a:lvl9pPr marL="6793865" indent="0">
              <a:buNone/>
              <a:defRPr sz="26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3F17995-F8D5-459E-926D-7DEBE0C03D8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146" y="1299586"/>
            <a:ext cx="12960192" cy="5395610"/>
          </a:xfrm>
          <a:prstGeom prst="rect">
            <a:avLst/>
          </a:prstGeom>
        </p:spPr>
        <p:txBody>
          <a:bodyPr lIns="378854" tIns="189427" rIns="378854" bIns="189427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1146" y="7559309"/>
            <a:ext cx="6370111" cy="21385117"/>
          </a:xfrm>
          <a:prstGeom prst="rect">
            <a:avLst/>
          </a:prstGeom>
        </p:spPr>
        <p:txBody>
          <a:bodyPr lIns="378854" tIns="189427" rIns="378854" bIns="189427"/>
          <a:lstStyle>
            <a:lvl1pPr>
              <a:defRPr sz="5200"/>
            </a:lvl1pPr>
            <a:lvl2pPr>
              <a:defRPr sz="4440"/>
            </a:lvl2pPr>
            <a:lvl3pPr>
              <a:defRPr sz="3720"/>
            </a:lvl3pPr>
            <a:lvl4pPr>
              <a:defRPr sz="3365"/>
            </a:lvl4pPr>
            <a:lvl5pPr>
              <a:defRPr sz="3365"/>
            </a:lvl5pPr>
            <a:lvl6pPr>
              <a:defRPr sz="3365"/>
            </a:lvl6pPr>
            <a:lvl7pPr>
              <a:defRPr sz="3365"/>
            </a:lvl7pPr>
            <a:lvl8pPr>
              <a:defRPr sz="3365"/>
            </a:lvl8pPr>
            <a:lvl9pPr>
              <a:defRPr sz="336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08961" y="7559309"/>
            <a:ext cx="6372378" cy="21385117"/>
          </a:xfrm>
          <a:prstGeom prst="rect">
            <a:avLst/>
          </a:prstGeom>
        </p:spPr>
        <p:txBody>
          <a:bodyPr lIns="378854" tIns="189427" rIns="378854" bIns="189427"/>
          <a:lstStyle>
            <a:lvl1pPr>
              <a:defRPr sz="5200"/>
            </a:lvl1pPr>
            <a:lvl2pPr>
              <a:defRPr sz="4440"/>
            </a:lvl2pPr>
            <a:lvl3pPr>
              <a:defRPr sz="3720"/>
            </a:lvl3pPr>
            <a:lvl4pPr>
              <a:defRPr sz="3365"/>
            </a:lvl4pPr>
            <a:lvl5pPr>
              <a:defRPr sz="3365"/>
            </a:lvl5pPr>
            <a:lvl6pPr>
              <a:defRPr sz="3365"/>
            </a:lvl6pPr>
            <a:lvl7pPr>
              <a:defRPr sz="3365"/>
            </a:lvl7pPr>
            <a:lvl8pPr>
              <a:defRPr sz="3365"/>
            </a:lvl8pPr>
            <a:lvl9pPr>
              <a:defRPr sz="336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EE6DDF6-0BB3-46D4-9F59-12F6B4973D8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146" y="1299586"/>
            <a:ext cx="12960192" cy="5395610"/>
          </a:xfrm>
          <a:prstGeom prst="rect">
            <a:avLst/>
          </a:prstGeom>
        </p:spPr>
        <p:txBody>
          <a:bodyPr lIns="378854" tIns="189427" rIns="378854" bIns="189427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1146" y="7253123"/>
            <a:ext cx="6361040" cy="3020995"/>
          </a:xfrm>
          <a:prstGeom prst="rect">
            <a:avLst/>
          </a:prstGeom>
        </p:spPr>
        <p:txBody>
          <a:bodyPr lIns="378854" tIns="189427" rIns="378854" bIns="189427" anchor="b"/>
          <a:lstStyle>
            <a:lvl1pPr marL="0" indent="0">
              <a:buNone/>
              <a:defRPr sz="4440" b="1"/>
            </a:lvl1pPr>
            <a:lvl2pPr marL="848995" indent="0">
              <a:buNone/>
              <a:defRPr sz="3720" b="1"/>
            </a:lvl2pPr>
            <a:lvl3pPr marL="1698625" indent="0">
              <a:buNone/>
              <a:defRPr sz="3365" b="1"/>
            </a:lvl3pPr>
            <a:lvl4pPr marL="2547620" indent="0">
              <a:buNone/>
              <a:defRPr sz="2960" b="1"/>
            </a:lvl4pPr>
            <a:lvl5pPr marL="3396615" indent="0">
              <a:buNone/>
              <a:defRPr sz="2960" b="1"/>
            </a:lvl5pPr>
            <a:lvl6pPr marL="4246245" indent="0">
              <a:buNone/>
              <a:defRPr sz="2960" b="1"/>
            </a:lvl6pPr>
            <a:lvl7pPr marL="5095240" indent="0">
              <a:buNone/>
              <a:defRPr sz="2960" b="1"/>
            </a:lvl7pPr>
            <a:lvl8pPr marL="5944235" indent="0">
              <a:buNone/>
              <a:defRPr sz="2960" b="1"/>
            </a:lvl8pPr>
            <a:lvl9pPr marL="6793865" indent="0">
              <a:buNone/>
              <a:defRPr sz="296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1146" y="10274113"/>
            <a:ext cx="6361040" cy="18670308"/>
          </a:xfrm>
          <a:prstGeom prst="rect">
            <a:avLst/>
          </a:prstGeom>
        </p:spPr>
        <p:txBody>
          <a:bodyPr lIns="378854" tIns="189427" rIns="378854" bIns="189427"/>
          <a:lstStyle>
            <a:lvl1pPr>
              <a:defRPr sz="4440"/>
            </a:lvl1pPr>
            <a:lvl2pPr>
              <a:defRPr sz="3720"/>
            </a:lvl2pPr>
            <a:lvl3pPr>
              <a:defRPr sz="3365"/>
            </a:lvl3pPr>
            <a:lvl4pPr>
              <a:defRPr sz="2960"/>
            </a:lvl4pPr>
            <a:lvl5pPr>
              <a:defRPr sz="2960"/>
            </a:lvl5pPr>
            <a:lvl6pPr>
              <a:defRPr sz="2960"/>
            </a:lvl6pPr>
            <a:lvl7pPr>
              <a:defRPr sz="2960"/>
            </a:lvl7pPr>
            <a:lvl8pPr>
              <a:defRPr sz="2960"/>
            </a:lvl8pPr>
            <a:lvl9pPr>
              <a:defRPr sz="296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763" y="7253123"/>
            <a:ext cx="6365575" cy="3020995"/>
          </a:xfrm>
          <a:prstGeom prst="rect">
            <a:avLst/>
          </a:prstGeom>
        </p:spPr>
        <p:txBody>
          <a:bodyPr lIns="378854" tIns="189427" rIns="378854" bIns="189427" anchor="b"/>
          <a:lstStyle>
            <a:lvl1pPr marL="0" indent="0">
              <a:buNone/>
              <a:defRPr sz="4440" b="1"/>
            </a:lvl1pPr>
            <a:lvl2pPr marL="848995" indent="0">
              <a:buNone/>
              <a:defRPr sz="3720" b="1"/>
            </a:lvl2pPr>
            <a:lvl3pPr marL="1698625" indent="0">
              <a:buNone/>
              <a:defRPr sz="3365" b="1"/>
            </a:lvl3pPr>
            <a:lvl4pPr marL="2547620" indent="0">
              <a:buNone/>
              <a:defRPr sz="2960" b="1"/>
            </a:lvl4pPr>
            <a:lvl5pPr marL="3396615" indent="0">
              <a:buNone/>
              <a:defRPr sz="2960" b="1"/>
            </a:lvl5pPr>
            <a:lvl6pPr marL="4246245" indent="0">
              <a:buNone/>
              <a:defRPr sz="2960" b="1"/>
            </a:lvl6pPr>
            <a:lvl7pPr marL="5095240" indent="0">
              <a:buNone/>
              <a:defRPr sz="2960" b="1"/>
            </a:lvl7pPr>
            <a:lvl8pPr marL="5944235" indent="0">
              <a:buNone/>
              <a:defRPr sz="2960" b="1"/>
            </a:lvl8pPr>
            <a:lvl9pPr marL="6793865" indent="0">
              <a:buNone/>
              <a:defRPr sz="296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763" y="10274113"/>
            <a:ext cx="6365575" cy="18670308"/>
          </a:xfrm>
          <a:prstGeom prst="rect">
            <a:avLst/>
          </a:prstGeom>
        </p:spPr>
        <p:txBody>
          <a:bodyPr lIns="378854" tIns="189427" rIns="378854" bIns="189427"/>
          <a:lstStyle>
            <a:lvl1pPr>
              <a:defRPr sz="4440"/>
            </a:lvl1pPr>
            <a:lvl2pPr>
              <a:defRPr sz="3720"/>
            </a:lvl2pPr>
            <a:lvl3pPr>
              <a:defRPr sz="3365"/>
            </a:lvl3pPr>
            <a:lvl4pPr>
              <a:defRPr sz="2960"/>
            </a:lvl4pPr>
            <a:lvl5pPr>
              <a:defRPr sz="2960"/>
            </a:lvl5pPr>
            <a:lvl6pPr>
              <a:defRPr sz="2960"/>
            </a:lvl6pPr>
            <a:lvl7pPr>
              <a:defRPr sz="2960"/>
            </a:lvl7pPr>
            <a:lvl8pPr>
              <a:defRPr sz="2960"/>
            </a:lvl8pPr>
            <a:lvl9pPr>
              <a:defRPr sz="296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2C62127-F9EA-4764-870D-7BECA634AA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146" y="1299586"/>
            <a:ext cx="12960192" cy="5395610"/>
          </a:xfrm>
          <a:prstGeom prst="rect">
            <a:avLst/>
          </a:prstGeom>
        </p:spPr>
        <p:txBody>
          <a:bodyPr lIns="378854" tIns="189427" rIns="378854" bIns="189427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D1C41C6-DE5F-478C-ACA0-1480D5DA23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F9E4EBC-092F-48F5-9748-ACF75854FF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146" y="1292768"/>
            <a:ext cx="4737331" cy="5484063"/>
          </a:xfrm>
          <a:prstGeom prst="rect">
            <a:avLst/>
          </a:prstGeom>
        </p:spPr>
        <p:txBody>
          <a:bodyPr lIns="378854" tIns="189427" rIns="378854" bIns="189427" anchor="b"/>
          <a:lstStyle>
            <a:lvl1pPr algn="l">
              <a:defRPr sz="37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826" y="1292773"/>
            <a:ext cx="8050513" cy="27651653"/>
          </a:xfrm>
          <a:prstGeom prst="rect">
            <a:avLst/>
          </a:prstGeom>
        </p:spPr>
        <p:txBody>
          <a:bodyPr lIns="378854" tIns="189427" rIns="378854" bIns="189427"/>
          <a:lstStyle>
            <a:lvl1pPr>
              <a:defRPr sz="5965"/>
            </a:lvl1pPr>
            <a:lvl2pPr>
              <a:defRPr sz="5200"/>
            </a:lvl2pPr>
            <a:lvl3pPr>
              <a:defRPr sz="4440"/>
            </a:lvl3pPr>
            <a:lvl4pPr>
              <a:defRPr sz="3720"/>
            </a:lvl4pPr>
            <a:lvl5pPr>
              <a:defRPr sz="3720"/>
            </a:lvl5pPr>
            <a:lvl6pPr>
              <a:defRPr sz="3720"/>
            </a:lvl6pPr>
            <a:lvl7pPr>
              <a:defRPr sz="3720"/>
            </a:lvl7pPr>
            <a:lvl8pPr>
              <a:defRPr sz="3720"/>
            </a:lvl8pPr>
            <a:lvl9pPr>
              <a:defRPr sz="372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1146" y="6776835"/>
            <a:ext cx="4737331" cy="22167591"/>
          </a:xfrm>
          <a:prstGeom prst="rect">
            <a:avLst/>
          </a:prstGeom>
        </p:spPr>
        <p:txBody>
          <a:bodyPr lIns="378854" tIns="189427" rIns="378854" bIns="189427"/>
          <a:lstStyle>
            <a:lvl1pPr marL="0" indent="0">
              <a:buNone/>
              <a:defRPr sz="2605"/>
            </a:lvl1pPr>
            <a:lvl2pPr marL="848995" indent="0">
              <a:buNone/>
              <a:defRPr sz="2245"/>
            </a:lvl2pPr>
            <a:lvl3pPr marL="1698625" indent="0">
              <a:buNone/>
              <a:defRPr sz="1840"/>
            </a:lvl3pPr>
            <a:lvl4pPr marL="2547620" indent="0">
              <a:buNone/>
              <a:defRPr sz="1660"/>
            </a:lvl4pPr>
            <a:lvl5pPr marL="3396615" indent="0">
              <a:buNone/>
              <a:defRPr sz="1660"/>
            </a:lvl5pPr>
            <a:lvl6pPr marL="4246245" indent="0">
              <a:buNone/>
              <a:defRPr sz="1660"/>
            </a:lvl6pPr>
            <a:lvl7pPr marL="5095240" indent="0">
              <a:buNone/>
              <a:defRPr sz="1660"/>
            </a:lvl7pPr>
            <a:lvl8pPr marL="5944235" indent="0">
              <a:buNone/>
              <a:defRPr sz="1660"/>
            </a:lvl8pPr>
            <a:lvl9pPr marL="6793865" indent="0">
              <a:buNone/>
              <a:defRPr sz="166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7FC81A5-AADA-4E55-8495-25C292769B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3352" y="22677899"/>
            <a:ext cx="8640128" cy="2680792"/>
          </a:xfrm>
          <a:prstGeom prst="rect">
            <a:avLst/>
          </a:prstGeom>
        </p:spPr>
        <p:txBody>
          <a:bodyPr lIns="378854" tIns="189427" rIns="378854" bIns="189427" anchor="b"/>
          <a:lstStyle>
            <a:lvl1pPr algn="l">
              <a:defRPr sz="37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3352" y="2891727"/>
            <a:ext cx="8640128" cy="19445969"/>
          </a:xfrm>
          <a:prstGeom prst="rect">
            <a:avLst/>
          </a:prstGeom>
        </p:spPr>
        <p:txBody>
          <a:bodyPr lIns="378854" tIns="189427" rIns="378854" bIns="189427"/>
          <a:lstStyle>
            <a:lvl1pPr marL="0" indent="0">
              <a:buNone/>
              <a:defRPr sz="5965"/>
            </a:lvl1pPr>
            <a:lvl2pPr marL="848995" indent="0">
              <a:buNone/>
              <a:defRPr sz="5200"/>
            </a:lvl2pPr>
            <a:lvl3pPr marL="1698625" indent="0">
              <a:buNone/>
              <a:defRPr sz="4440"/>
            </a:lvl3pPr>
            <a:lvl4pPr marL="2547620" indent="0">
              <a:buNone/>
              <a:defRPr sz="3720"/>
            </a:lvl4pPr>
            <a:lvl5pPr marL="3396615" indent="0">
              <a:buNone/>
              <a:defRPr sz="3720"/>
            </a:lvl5pPr>
            <a:lvl6pPr marL="4246245" indent="0">
              <a:buNone/>
              <a:defRPr sz="3720"/>
            </a:lvl6pPr>
            <a:lvl7pPr marL="5095240" indent="0">
              <a:buNone/>
              <a:defRPr sz="3720"/>
            </a:lvl7pPr>
            <a:lvl8pPr marL="5944235" indent="0">
              <a:buNone/>
              <a:defRPr sz="3720"/>
            </a:lvl8pPr>
            <a:lvl9pPr marL="6793865" indent="0">
              <a:buNone/>
              <a:defRPr sz="372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3352" y="25358688"/>
            <a:ext cx="8640128" cy="3803459"/>
          </a:xfrm>
          <a:prstGeom prst="rect">
            <a:avLst/>
          </a:prstGeom>
        </p:spPr>
        <p:txBody>
          <a:bodyPr lIns="378854" tIns="189427" rIns="378854" bIns="189427"/>
          <a:lstStyle>
            <a:lvl1pPr marL="0" indent="0">
              <a:buNone/>
              <a:defRPr sz="2605"/>
            </a:lvl1pPr>
            <a:lvl2pPr marL="848995" indent="0">
              <a:buNone/>
              <a:defRPr sz="2245"/>
            </a:lvl2pPr>
            <a:lvl3pPr marL="1698625" indent="0">
              <a:buNone/>
              <a:defRPr sz="1840"/>
            </a:lvl3pPr>
            <a:lvl4pPr marL="2547620" indent="0">
              <a:buNone/>
              <a:defRPr sz="1660"/>
            </a:lvl4pPr>
            <a:lvl5pPr marL="3396615" indent="0">
              <a:buNone/>
              <a:defRPr sz="1660"/>
            </a:lvl5pPr>
            <a:lvl6pPr marL="4246245" indent="0">
              <a:buNone/>
              <a:defRPr sz="1660"/>
            </a:lvl6pPr>
            <a:lvl7pPr marL="5095240" indent="0">
              <a:buNone/>
              <a:defRPr sz="1660"/>
            </a:lvl7pPr>
            <a:lvl8pPr marL="5944235" indent="0">
              <a:buNone/>
              <a:defRPr sz="1660"/>
            </a:lvl8pPr>
            <a:lvl9pPr marL="6793865" indent="0">
              <a:buNone/>
              <a:defRPr sz="166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093DBD7-4A17-434C-8812-5F65435310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146" y="1299586"/>
            <a:ext cx="12960192" cy="5395610"/>
          </a:xfrm>
          <a:prstGeom prst="rect">
            <a:avLst/>
          </a:prstGeom>
        </p:spPr>
        <p:txBody>
          <a:bodyPr lIns="378854" tIns="189427" rIns="378854" bIns="189427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1146" y="7559309"/>
            <a:ext cx="12960192" cy="21385117"/>
          </a:xfrm>
          <a:prstGeom prst="rect">
            <a:avLst/>
          </a:prstGeom>
        </p:spPr>
        <p:txBody>
          <a:bodyPr vert="eaVert" lIns="378854" tIns="189427" rIns="378854" bIns="189427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EE604A8-9B8D-4A53-828D-DCB783F0ECB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2990" y="1299581"/>
            <a:ext cx="3238347" cy="27644841"/>
          </a:xfrm>
          <a:prstGeom prst="rect">
            <a:avLst/>
          </a:prstGeom>
        </p:spPr>
        <p:txBody>
          <a:bodyPr vert="eaVert" lIns="378854" tIns="189427" rIns="378854" bIns="189427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1146" y="1299581"/>
            <a:ext cx="9504141" cy="27644841"/>
          </a:xfrm>
          <a:prstGeom prst="rect">
            <a:avLst/>
          </a:prstGeom>
        </p:spPr>
        <p:txBody>
          <a:bodyPr vert="eaVert" lIns="378854" tIns="189427" rIns="378854" bIns="189427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98FAAC8-78DC-4A57-B357-673607D8BD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5302645"/>
            <a:ext cx="12240181" cy="11280305"/>
          </a:xfrm>
        </p:spPr>
        <p:txBody>
          <a:bodyPr anchor="b"/>
          <a:lstStyle>
            <a:lvl1pPr algn="ctr">
              <a:defRPr sz="94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17017962"/>
            <a:ext cx="10800160" cy="7822709"/>
          </a:xfrm>
        </p:spPr>
        <p:txBody>
          <a:bodyPr/>
          <a:lstStyle>
            <a:lvl1pPr marL="0" indent="0" algn="ctr">
              <a:buNone/>
              <a:defRPr sz="3780"/>
            </a:lvl1pPr>
            <a:lvl2pPr marL="720090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60270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599815" indent="0" algn="ctr">
              <a:buNone/>
              <a:defRPr sz="2520"/>
            </a:lvl6pPr>
            <a:lvl7pPr marL="4319905" indent="0" algn="ctr">
              <a:buNone/>
              <a:defRPr sz="2520"/>
            </a:lvl7pPr>
            <a:lvl8pPr marL="5039995" indent="0" algn="ctr">
              <a:buNone/>
              <a:defRPr sz="2520"/>
            </a:lvl8pPr>
            <a:lvl9pPr marL="5760085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4BF944-B9FC-4783-823B-2A5C8470704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1D0C1-CC52-412F-9F63-8F11D89C11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A561D6-F141-4A11-97E9-6B7F4C5AAEF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649DD-B33A-4F14-B492-D07A78F70D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8077727"/>
            <a:ext cx="12420184" cy="13477862"/>
          </a:xfrm>
        </p:spPr>
        <p:txBody>
          <a:bodyPr anchor="b"/>
          <a:lstStyle>
            <a:lvl1pPr>
              <a:defRPr sz="94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82515" y="21683095"/>
            <a:ext cx="12420184" cy="7087689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2009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602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81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0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08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3E9025-1C4C-43DB-98C9-E1953FBBBE4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D87C-0306-4B99-8A73-728AB17138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90014" y="8625233"/>
            <a:ext cx="6120091" cy="2055805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290108" y="8625233"/>
            <a:ext cx="6120091" cy="2055805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A561D6-F141-4A11-97E9-6B7F4C5AAEF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649DD-B33A-4F14-B492-D07A78F70D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725054"/>
            <a:ext cx="12420184" cy="62626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1892" y="7942717"/>
            <a:ext cx="6091964" cy="3892603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19905" indent="0">
              <a:buNone/>
              <a:defRPr sz="2520" b="1"/>
            </a:lvl7pPr>
            <a:lvl8pPr marL="5039995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91892" y="11835320"/>
            <a:ext cx="6091964" cy="174079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290109" y="7942717"/>
            <a:ext cx="6121966" cy="3892603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19905" indent="0">
              <a:buNone/>
              <a:defRPr sz="2520" b="1"/>
            </a:lvl7pPr>
            <a:lvl8pPr marL="5039995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290109" y="11835320"/>
            <a:ext cx="6121966" cy="174079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C548DA-4E0F-4B04-B882-73D42B9A002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5C9B5-9439-4BEA-A314-8F241DAE6B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780D0B-C799-42AC-9D47-166CB742EB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1039-3027-4073-AF37-507577D4C2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2CF08A-A052-4D60-9928-B329CBE88DB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A11F-F04A-410A-BA67-CAE4968D77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2160058"/>
            <a:ext cx="4644444" cy="7560204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21966" y="4665133"/>
            <a:ext cx="7290108" cy="23025622"/>
          </a:xfrm>
        </p:spPr>
        <p:txBody>
          <a:bodyPr/>
          <a:lstStyle>
            <a:lvl1pPr>
              <a:defRPr sz="5040"/>
            </a:lvl1pPr>
            <a:lvl2pPr>
              <a:defRPr sz="4410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91890" y="9720262"/>
            <a:ext cx="4644444" cy="18007989"/>
          </a:xfrm>
        </p:spPr>
        <p:txBody>
          <a:bodyPr/>
          <a:lstStyle>
            <a:lvl1pPr marL="0" indent="0">
              <a:buNone/>
              <a:defRPr sz="2520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79725" indent="0">
              <a:buNone/>
              <a:defRPr sz="1575"/>
            </a:lvl5pPr>
            <a:lvl6pPr marL="3599815" indent="0">
              <a:buNone/>
              <a:defRPr sz="1575"/>
            </a:lvl6pPr>
            <a:lvl7pPr marL="4319905" indent="0">
              <a:buNone/>
              <a:defRPr sz="1575"/>
            </a:lvl7pPr>
            <a:lvl8pPr marL="5039995" indent="0">
              <a:buNone/>
              <a:defRPr sz="1575"/>
            </a:lvl8pPr>
            <a:lvl9pPr marL="5760085" indent="0">
              <a:buNone/>
              <a:defRPr sz="15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A072A9-CB51-4AF3-A68D-5FB4DF0E69B4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00404-713B-4E04-B845-F41CE2F482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2160058"/>
            <a:ext cx="4644444" cy="7560204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4665133"/>
            <a:ext cx="7290108" cy="23025622"/>
          </a:xfrm>
        </p:spPr>
        <p:txBody>
          <a:bodyPr anchor="t"/>
          <a:lstStyle>
            <a:lvl1pPr marL="0" indent="0">
              <a:buNone/>
              <a:defRPr sz="5040"/>
            </a:lvl1pPr>
            <a:lvl2pPr marL="720090" indent="0">
              <a:buNone/>
              <a:defRPr sz="4410"/>
            </a:lvl2pPr>
            <a:lvl3pPr marL="1440180" indent="0">
              <a:buNone/>
              <a:defRPr sz="3780"/>
            </a:lvl3pPr>
            <a:lvl4pPr marL="2160270" indent="0">
              <a:buNone/>
              <a:defRPr sz="3150"/>
            </a:lvl4pPr>
            <a:lvl5pPr marL="2879725" indent="0">
              <a:buNone/>
              <a:defRPr sz="3150"/>
            </a:lvl5pPr>
            <a:lvl6pPr marL="3599815" indent="0">
              <a:buNone/>
              <a:defRPr sz="3150"/>
            </a:lvl6pPr>
            <a:lvl7pPr marL="4319905" indent="0">
              <a:buNone/>
              <a:defRPr sz="3150"/>
            </a:lvl7pPr>
            <a:lvl8pPr marL="5039995" indent="0">
              <a:buNone/>
              <a:defRPr sz="3150"/>
            </a:lvl8pPr>
            <a:lvl9pPr marL="5760085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91890" y="9720262"/>
            <a:ext cx="4644444" cy="18007989"/>
          </a:xfrm>
        </p:spPr>
        <p:txBody>
          <a:bodyPr/>
          <a:lstStyle>
            <a:lvl1pPr marL="0" indent="0">
              <a:buNone/>
              <a:defRPr sz="2520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79725" indent="0">
              <a:buNone/>
              <a:defRPr sz="1575"/>
            </a:lvl5pPr>
            <a:lvl6pPr marL="3599815" indent="0">
              <a:buNone/>
              <a:defRPr sz="1575"/>
            </a:lvl6pPr>
            <a:lvl7pPr marL="4319905" indent="0">
              <a:buNone/>
              <a:defRPr sz="1575"/>
            </a:lvl7pPr>
            <a:lvl8pPr marL="5039995" indent="0">
              <a:buNone/>
              <a:defRPr sz="1575"/>
            </a:lvl8pPr>
            <a:lvl9pPr marL="5760085" indent="0">
              <a:buNone/>
              <a:defRPr sz="15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376C56-2F29-4FBE-AB78-D8067B420C03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D32B-58E3-4610-B33D-4E1B367FA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A67656-AA82-4FF7-AC06-02478E3FBB0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485E7-4391-4C98-B844-5B224D8EA6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1725047"/>
            <a:ext cx="3105046" cy="27458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015" y="1725047"/>
            <a:ext cx="9135135" cy="2745824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A561D6-F141-4A11-97E9-6B7F4C5AAEF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649DD-B33A-4F14-B492-D07A78F70D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800028" y="3456094"/>
            <a:ext cx="10080149" cy="1641644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8D157-9C57-433F-9988-795A80E79863}" type="datetimeFigureOut">
              <a:rPr lang="zh-CN" altLang="en-US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5E372A32-3437-4CA9-897C-9E590C8A66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3994160"/>
            <a:ext cx="14400213" cy="1388132"/>
          </a:xfrm>
          <a:prstGeom prst="rect">
            <a:avLst/>
          </a:prstGeom>
          <a:gradFill rotWithShape="1">
            <a:gsLst>
              <a:gs pos="0">
                <a:srgbClr val="87DADA"/>
              </a:gs>
              <a:gs pos="100000">
                <a:srgbClr val="87DADA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69920" tIns="84963" rIns="169920" bIns="84963" anchor="ctr"/>
          <a:lstStyle/>
          <a:p>
            <a:pPr algn="ctr" defTabSz="833755" hangingPunct="0">
              <a:lnSpc>
                <a:spcPct val="93000"/>
              </a:lnSpc>
              <a:buSzPct val="100000"/>
              <a:buFont typeface="Times New Roman" panose="02020603050405020304" pitchFamily="18" charset="0"/>
              <a:buNone/>
              <a:defRPr/>
            </a:pPr>
            <a:endParaRPr lang="zh-CN" altLang="en-US" sz="810" noProof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718883" y="29516276"/>
            <a:ext cx="3351725" cy="2225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>
            <a:lvl1pPr algn="l" defTabSz="834390" eaLnBrk="1" hangingPunct="0">
              <a:lnSpc>
                <a:spcPct val="95000"/>
              </a:lnSpc>
              <a:buSzPct val="100000"/>
              <a:buFont typeface="Times New Roman" panose="02020603050405020304" pitchFamily="18" charset="0"/>
              <a:buNone/>
              <a:tabLst>
                <a:tab pos="1343660" algn="l"/>
                <a:tab pos="2688590" algn="l"/>
                <a:tab pos="4032885" algn="l"/>
              </a:tabLst>
              <a:defRPr sz="2605" noProof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925647" y="29516276"/>
            <a:ext cx="4563031" cy="2225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>
            <a:lvl1pPr algn="ctr" defTabSz="834390" eaLnBrk="1" hangingPunct="0">
              <a:lnSpc>
                <a:spcPct val="95000"/>
              </a:lnSpc>
              <a:buSzPct val="100000"/>
              <a:buFont typeface="Times New Roman" panose="02020603050405020304" pitchFamily="18" charset="0"/>
              <a:buNone/>
              <a:tabLst>
                <a:tab pos="1343660" algn="l"/>
                <a:tab pos="2688590" algn="l"/>
                <a:tab pos="4032885" algn="l"/>
                <a:tab pos="5377815" algn="l"/>
              </a:tabLst>
              <a:defRPr sz="2605" noProof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0324669" y="29516276"/>
            <a:ext cx="3352431" cy="2225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>
            <a:lvl1pPr algn="r" defTabSz="833755" hangingPunct="0">
              <a:lnSpc>
                <a:spcPct val="95000"/>
              </a:lnSpc>
              <a:buSzPct val="100000"/>
              <a:buFont typeface="Times New Roman" panose="02020603050405020304" pitchFamily="18" charset="0"/>
              <a:buNone/>
              <a:defRPr sz="2575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0F12B543-F07A-49A8-B243-6B684FB70F3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798293" y="0"/>
            <a:ext cx="10601920" cy="4041774"/>
          </a:xfrm>
          <a:prstGeom prst="rect">
            <a:avLst/>
          </a:prstGeom>
          <a:solidFill>
            <a:srgbClr val="87DADA">
              <a:alpha val="9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69920" tIns="84963" rIns="169920" bIns="84963" anchor="ctr"/>
          <a:lstStyle/>
          <a:p>
            <a:pPr algn="ctr" defTabSz="833755" hangingPunct="0">
              <a:lnSpc>
                <a:spcPct val="93000"/>
              </a:lnSpc>
              <a:buSzPct val="100000"/>
              <a:buFont typeface="Times New Roman" panose="02020603050405020304" pitchFamily="18" charset="0"/>
              <a:buNone/>
              <a:defRPr/>
            </a:pPr>
            <a:endParaRPr lang="zh-CN" altLang="en-US" sz="810" noProof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2055" name="Picture 7" descr="图片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25"/>
          <a:stretch>
            <a:fillRect/>
          </a:stretch>
        </p:blipFill>
        <p:spPr bwMode="auto">
          <a:xfrm>
            <a:off x="1" y="0"/>
            <a:ext cx="3805347" cy="40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28542445"/>
            <a:ext cx="14400213" cy="3858435"/>
          </a:xfrm>
          <a:prstGeom prst="rect">
            <a:avLst/>
          </a:prstGeom>
          <a:gradFill rotWithShape="1">
            <a:gsLst>
              <a:gs pos="0">
                <a:srgbClr val="5CC5C0">
                  <a:gamma/>
                  <a:tint val="0"/>
                  <a:invGamma/>
                </a:srgbClr>
              </a:gs>
              <a:gs pos="100000">
                <a:srgbClr val="5CC5C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69920" tIns="84963" rIns="169920" bIns="84963" anchor="ctr"/>
          <a:lstStyle/>
          <a:p>
            <a:pPr algn="ctr" defTabSz="833755" hangingPunct="0">
              <a:lnSpc>
                <a:spcPct val="93000"/>
              </a:lnSpc>
              <a:buSzPct val="100000"/>
              <a:buFont typeface="Times New Roman" panose="02020603050405020304" pitchFamily="18" charset="0"/>
              <a:buNone/>
              <a:defRPr/>
            </a:pPr>
            <a:endParaRPr lang="zh-CN" altLang="en-US" sz="810" noProof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33755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30">
          <a:solidFill>
            <a:srgbClr val="000000"/>
          </a:solidFill>
          <a:latin typeface="+mj-lt"/>
          <a:ea typeface="+mj-ea"/>
          <a:cs typeface="+mj-cs"/>
        </a:defRPr>
      </a:lvl1pPr>
      <a:lvl2pPr algn="ctr" defTabSz="833755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30">
          <a:solidFill>
            <a:srgbClr val="000000"/>
          </a:solidFill>
          <a:latin typeface="Arial" panose="020B0604020202020204" pitchFamily="34" charset="0"/>
        </a:defRPr>
      </a:lvl2pPr>
      <a:lvl3pPr algn="ctr" defTabSz="833755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30">
          <a:solidFill>
            <a:srgbClr val="000000"/>
          </a:solidFill>
          <a:latin typeface="Arial" panose="020B0604020202020204" pitchFamily="34" charset="0"/>
        </a:defRPr>
      </a:lvl3pPr>
      <a:lvl4pPr algn="ctr" defTabSz="833755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30">
          <a:solidFill>
            <a:srgbClr val="000000"/>
          </a:solidFill>
          <a:latin typeface="Arial" panose="020B0604020202020204" pitchFamily="34" charset="0"/>
        </a:defRPr>
      </a:lvl4pPr>
      <a:lvl5pPr algn="ctr" defTabSz="833755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30">
          <a:solidFill>
            <a:srgbClr val="000000"/>
          </a:solidFill>
          <a:latin typeface="Arial" panose="020B0604020202020204" pitchFamily="34" charset="0"/>
        </a:defRPr>
      </a:lvl5pPr>
      <a:lvl6pPr marL="848995" algn="ctr" defTabSz="834390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60">
          <a:solidFill>
            <a:srgbClr val="000000"/>
          </a:solidFill>
          <a:latin typeface="Arial" panose="020B0604020202020204" pitchFamily="34" charset="0"/>
        </a:defRPr>
      </a:lvl6pPr>
      <a:lvl7pPr marL="1698625" algn="ctr" defTabSz="834390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60">
          <a:solidFill>
            <a:srgbClr val="000000"/>
          </a:solidFill>
          <a:latin typeface="Arial" panose="020B0604020202020204" pitchFamily="34" charset="0"/>
        </a:defRPr>
      </a:lvl7pPr>
      <a:lvl8pPr marL="2547620" algn="ctr" defTabSz="834390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60">
          <a:solidFill>
            <a:srgbClr val="000000"/>
          </a:solidFill>
          <a:latin typeface="Arial" panose="020B0604020202020204" pitchFamily="34" charset="0"/>
        </a:defRPr>
      </a:lvl8pPr>
      <a:lvl9pPr marL="3396615" algn="ctr" defTabSz="834390" rtl="0" eaLnBrk="0" fontAlgn="base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8160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635635" indent="-635635" algn="l" defTabSz="833755" rtl="0" eaLnBrk="0" fontAlgn="base" hangingPunct="0">
        <a:lnSpc>
          <a:spcPct val="93000"/>
        </a:lnSpc>
        <a:spcBef>
          <a:spcPct val="0"/>
        </a:spcBef>
        <a:spcAft>
          <a:spcPts val="2645"/>
        </a:spcAft>
        <a:buSzPct val="100000"/>
        <a:buFont typeface="Times New Roman" panose="02020603050405020304" pitchFamily="18" charset="0"/>
        <a:defRPr sz="5950">
          <a:solidFill>
            <a:srgbClr val="000000"/>
          </a:solidFill>
          <a:latin typeface="+mn-lt"/>
          <a:ea typeface="+mn-ea"/>
          <a:cs typeface="+mn-cs"/>
        </a:defRPr>
      </a:lvl1pPr>
      <a:lvl2pPr marL="1379855" indent="-530225" algn="l" defTabSz="833755" rtl="0" eaLnBrk="0" fontAlgn="base" hangingPunct="0">
        <a:lnSpc>
          <a:spcPct val="93000"/>
        </a:lnSpc>
        <a:spcBef>
          <a:spcPct val="0"/>
        </a:spcBef>
        <a:spcAft>
          <a:spcPts val="2110"/>
        </a:spcAft>
        <a:buSzPct val="100000"/>
        <a:buFont typeface="Times New Roman" panose="02020603050405020304" pitchFamily="18" charset="0"/>
        <a:defRPr sz="5195">
          <a:solidFill>
            <a:srgbClr val="000000"/>
          </a:solidFill>
          <a:latin typeface="+mn-lt"/>
        </a:defRPr>
      </a:lvl2pPr>
      <a:lvl3pPr marL="2123440" indent="-424815" algn="l" defTabSz="833755" rtl="0" eaLnBrk="0" fontAlgn="base" hangingPunct="0">
        <a:lnSpc>
          <a:spcPct val="93000"/>
        </a:lnSpc>
        <a:spcBef>
          <a:spcPct val="0"/>
        </a:spcBef>
        <a:spcAft>
          <a:spcPts val="1585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n-lt"/>
        </a:defRPr>
      </a:lvl3pPr>
      <a:lvl4pPr marL="2972435" indent="-424815" algn="l" defTabSz="833755" rtl="0" eaLnBrk="0" fontAlgn="base" hangingPunct="0">
        <a:lnSpc>
          <a:spcPct val="93000"/>
        </a:lnSpc>
        <a:spcBef>
          <a:spcPct val="0"/>
        </a:spcBef>
        <a:spcAft>
          <a:spcPts val="1075"/>
        </a:spcAft>
        <a:buSzPct val="100000"/>
        <a:buFont typeface="Times New Roman" panose="02020603050405020304" pitchFamily="18" charset="0"/>
        <a:defRPr sz="3685">
          <a:solidFill>
            <a:srgbClr val="000000"/>
          </a:solidFill>
          <a:latin typeface="+mn-lt"/>
        </a:defRPr>
      </a:lvl4pPr>
      <a:lvl5pPr marL="3820795" indent="-424815" algn="l" defTabSz="833755" rtl="0" eaLnBrk="0" fontAlgn="base" hangingPunct="0">
        <a:lnSpc>
          <a:spcPct val="93000"/>
        </a:lnSpc>
        <a:spcBef>
          <a:spcPct val="0"/>
        </a:spcBef>
        <a:spcAft>
          <a:spcPts val="535"/>
        </a:spcAft>
        <a:buSzPct val="100000"/>
        <a:buFont typeface="Times New Roman" panose="02020603050405020304" pitchFamily="18" charset="0"/>
        <a:defRPr sz="3685">
          <a:solidFill>
            <a:srgbClr val="000000"/>
          </a:solidFill>
          <a:latin typeface="+mn-lt"/>
        </a:defRPr>
      </a:lvl5pPr>
      <a:lvl6pPr marL="4671060" indent="-424815" algn="l" defTabSz="834390" rtl="0" eaLnBrk="0" fontAlgn="base" hangingPunct="0">
        <a:lnSpc>
          <a:spcPct val="93000"/>
        </a:lnSpc>
        <a:spcBef>
          <a:spcPct val="0"/>
        </a:spcBef>
        <a:spcAft>
          <a:spcPts val="535"/>
        </a:spcAft>
        <a:buSzPct val="100000"/>
        <a:buFont typeface="Times New Roman" panose="02020603050405020304" pitchFamily="18" charset="0"/>
        <a:defRPr sz="3720">
          <a:solidFill>
            <a:srgbClr val="000000"/>
          </a:solidFill>
          <a:latin typeface="+mn-lt"/>
        </a:defRPr>
      </a:lvl6pPr>
      <a:lvl7pPr marL="5520055" indent="-424815" algn="l" defTabSz="834390" rtl="0" eaLnBrk="0" fontAlgn="base" hangingPunct="0">
        <a:lnSpc>
          <a:spcPct val="93000"/>
        </a:lnSpc>
        <a:spcBef>
          <a:spcPct val="0"/>
        </a:spcBef>
        <a:spcAft>
          <a:spcPts val="535"/>
        </a:spcAft>
        <a:buSzPct val="100000"/>
        <a:buFont typeface="Times New Roman" panose="02020603050405020304" pitchFamily="18" charset="0"/>
        <a:defRPr sz="3720">
          <a:solidFill>
            <a:srgbClr val="000000"/>
          </a:solidFill>
          <a:latin typeface="+mn-lt"/>
        </a:defRPr>
      </a:lvl7pPr>
      <a:lvl8pPr marL="6369050" indent="-424815" algn="l" defTabSz="834390" rtl="0" eaLnBrk="0" fontAlgn="base" hangingPunct="0">
        <a:lnSpc>
          <a:spcPct val="93000"/>
        </a:lnSpc>
        <a:spcBef>
          <a:spcPct val="0"/>
        </a:spcBef>
        <a:spcAft>
          <a:spcPts val="535"/>
        </a:spcAft>
        <a:buSzPct val="100000"/>
        <a:buFont typeface="Times New Roman" panose="02020603050405020304" pitchFamily="18" charset="0"/>
        <a:defRPr sz="3720">
          <a:solidFill>
            <a:srgbClr val="000000"/>
          </a:solidFill>
          <a:latin typeface="+mn-lt"/>
        </a:defRPr>
      </a:lvl8pPr>
      <a:lvl9pPr marL="7218045" indent="-424815" algn="l" defTabSz="834390" rtl="0" eaLnBrk="0" fontAlgn="base" hangingPunct="0">
        <a:lnSpc>
          <a:spcPct val="93000"/>
        </a:lnSpc>
        <a:spcBef>
          <a:spcPct val="0"/>
        </a:spcBef>
        <a:spcAft>
          <a:spcPts val="535"/>
        </a:spcAft>
        <a:buSzPct val="100000"/>
        <a:buFont typeface="Times New Roman" panose="02020603050405020304" pitchFamily="18" charset="0"/>
        <a:defRPr sz="3720">
          <a:solidFill>
            <a:srgbClr val="000000"/>
          </a:solidFill>
          <a:latin typeface="+mn-lt"/>
        </a:defRPr>
      </a:lvl9pPr>
    </p:bodyStyle>
    <p:otherStyle>
      <a:defPPr>
        <a:defRPr lang="zh-CN"/>
      </a:defPPr>
      <a:lvl1pPr marL="0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1pPr>
      <a:lvl2pPr marL="848995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2pPr>
      <a:lvl3pPr marL="1698625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3pPr>
      <a:lvl4pPr marL="2547620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4pPr>
      <a:lvl5pPr marL="3396615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5pPr>
      <a:lvl6pPr marL="4246245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6pPr>
      <a:lvl7pPr marL="5095240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7pPr>
      <a:lvl8pPr marL="5944235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8pPr>
      <a:lvl9pPr marL="6793865" algn="l" defTabSz="1697990" rtl="0" eaLnBrk="1" latinLnBrk="0" hangingPunct="1">
        <a:defRPr sz="33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1725054"/>
            <a:ext cx="12420184" cy="626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8625233"/>
            <a:ext cx="12420184" cy="20558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30030818"/>
            <a:ext cx="3240048" cy="172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30030818"/>
            <a:ext cx="4860072" cy="172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30030818"/>
            <a:ext cx="3240048" cy="172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2B543-F07A-49A8-B243-6B684FB70F3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69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144018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680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770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860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50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0040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130" indent="-360045" algn="l" defTabSz="144018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81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0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08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9396" y="2374895"/>
            <a:ext cx="127381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年度华东师范大学大学生创新训练计划成果展</a:t>
            </a:r>
          </a:p>
        </p:txBody>
      </p:sp>
      <p:sp>
        <p:nvSpPr>
          <p:cNvPr id="2" name="矩形 1"/>
          <p:cNvSpPr/>
          <p:nvPr/>
        </p:nvSpPr>
        <p:spPr>
          <a:xfrm>
            <a:off x="1079500" y="3526790"/>
            <a:ext cx="12241530" cy="528510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15900" indent="0" algn="ctr" eaLnBrk="1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en-US" altLang="zh-CN" sz="36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  <a:r>
              <a:rPr lang="zh-CN" altLang="zh-CN" sz="36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项目名称</a:t>
            </a:r>
            <a:r>
              <a:rPr lang="en-US" altLang="zh-CN" sz="36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  <a:endParaRPr lang="zh-CN" altLang="zh-CN" sz="36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215900" indent="0" algn="l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项目编号：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2025PY—</a:t>
            </a:r>
          </a:p>
          <a:p>
            <a:pPr marL="215900" indent="0" algn="l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项目级别：国家级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上海市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华东师范大学大学生创新训练计划项目</a:t>
            </a:r>
          </a:p>
          <a:p>
            <a:pPr marL="215900" indent="0" algn="l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项目类型：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创新训练项目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创业训练项目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创业实践项目</a:t>
            </a:r>
          </a:p>
          <a:p>
            <a:pPr marL="215900" indent="0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项目组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负责人：  朱子玥、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级、数据科学与工程学院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15900" indent="0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项目组成员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：朱子玥、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级、数据科学与工程学院 杨嘉莉、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级、数据科学与工程学院  王云岱 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2023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级、数据科学与工程学院 </a:t>
            </a:r>
          </a:p>
          <a:p>
            <a:pPr marL="215900" indent="0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指导教师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何高奇、教授</a:t>
            </a:r>
          </a:p>
        </p:txBody>
      </p:sp>
      <p:sp>
        <p:nvSpPr>
          <p:cNvPr id="3" name="矩形 2"/>
          <p:cNvSpPr/>
          <p:nvPr/>
        </p:nvSpPr>
        <p:spPr>
          <a:xfrm>
            <a:off x="1079341" y="8811895"/>
            <a:ext cx="12241530" cy="2269099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15900" indent="0" algn="just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项目简介：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45720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45720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45720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45720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45720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45720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15900" indent="0" algn="just" eaLnBrk="1" latinLnBrk="0" hangingPunct="1">
              <a:lnSpc>
                <a:spcPct val="150000"/>
              </a:lnSpc>
              <a:buClr>
                <a:srgbClr val="C3260C"/>
              </a:buClr>
              <a:buSzPct val="130000"/>
              <a:buFont typeface="Georgia" panose="02040502050405020303" pitchFamily="18" charset="0"/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3" name="图片 12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15" y="502920"/>
            <a:ext cx="6508115" cy="14814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101F0B5-E8D4-1D33-4669-1B763338F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14" y="28500109"/>
            <a:ext cx="3219788" cy="225238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B12ED53-599A-1945-63EF-49B9FC6608E1}"/>
              </a:ext>
            </a:extLst>
          </p:cNvPr>
          <p:cNvSpPr txBox="1"/>
          <p:nvPr/>
        </p:nvSpPr>
        <p:spPr>
          <a:xfrm>
            <a:off x="1356766" y="25017405"/>
            <a:ext cx="11619700" cy="3269613"/>
          </a:xfrm>
          <a:prstGeom prst="rect">
            <a:avLst/>
          </a:prstGeom>
          <a:noFill/>
          <a:ln w="53975">
            <a:solidFill>
              <a:srgbClr val="88A2D0"/>
            </a:solidFill>
          </a:ln>
        </p:spPr>
        <p:txBody>
          <a:bodyPr wrap="square" rtlCol="0">
            <a:spAutoFit/>
          </a:bodyPr>
          <a:lstStyle/>
          <a:p>
            <a:pPr marL="36000" indent="457200"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本项目具备多重核心创新亮点。一是完成协议栈国产化移植，将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IGH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EtherCAT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Master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主站协议栈适配国产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SylixOS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系统，代码完全自主可控，破解工控领域技术瓶颈。二是创新分布式实时控制架构，搭建毫秒级通信体系，可实现多轴同步操控，搭配多重安全防护，达到工业级实时控制标准。三是自研七段式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型速度规划算法，平滑调控运动参数，规避机械损耗，提升定位精度与运行稳定性。四是采用微服务架构搭建图像处理平台，模块解耦灵活，便于功能拓展与迭代升级。五是融合端到端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技术，打通图像识别处理与机器人动作执行链路，实现数据快速联动转换。六是依托智能轮廓路径规划技术，结合深度学习优化轨迹，促成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艺术创作与机器人作业融合，拓宽设备应用场景。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AFC578-2E52-903A-8465-4946A6DFD9E4}"/>
              </a:ext>
            </a:extLst>
          </p:cNvPr>
          <p:cNvSpPr txBox="1"/>
          <p:nvPr/>
        </p:nvSpPr>
        <p:spPr>
          <a:xfrm>
            <a:off x="2278099" y="30861769"/>
            <a:ext cx="943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年全国大学生计算机系统能力大赛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操作系统设计赛国家级三等奖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0A63CC-799E-253E-B36B-985BD6C65E18}"/>
              </a:ext>
            </a:extLst>
          </p:cNvPr>
          <p:cNvSpPr txBox="1"/>
          <p:nvPr/>
        </p:nvSpPr>
        <p:spPr>
          <a:xfrm>
            <a:off x="1307792" y="24492132"/>
            <a:ext cx="401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项目创新点：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30AC34-5F8D-4583-2AFF-A8F965147A1E}"/>
              </a:ext>
            </a:extLst>
          </p:cNvPr>
          <p:cNvSpPr txBox="1"/>
          <p:nvPr/>
        </p:nvSpPr>
        <p:spPr>
          <a:xfrm>
            <a:off x="1369529" y="28371909"/>
            <a:ext cx="401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研究成果：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E2C9478-FA9F-5B89-33FA-2995A30C158C}"/>
              </a:ext>
            </a:extLst>
          </p:cNvPr>
          <p:cNvGrpSpPr/>
          <p:nvPr/>
        </p:nvGrpSpPr>
        <p:grpSpPr>
          <a:xfrm>
            <a:off x="7166616" y="9616605"/>
            <a:ext cx="5762849" cy="3367526"/>
            <a:chOff x="1365249" y="13739677"/>
            <a:chExt cx="5762849" cy="336752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1FE34E6-21BE-96F4-D1E1-CFD7BB773C41}"/>
                </a:ext>
              </a:extLst>
            </p:cNvPr>
            <p:cNvSpPr/>
            <p:nvPr/>
          </p:nvSpPr>
          <p:spPr>
            <a:xfrm>
              <a:off x="1365249" y="13739677"/>
              <a:ext cx="5762849" cy="3367526"/>
            </a:xfrm>
            <a:prstGeom prst="rect">
              <a:avLst/>
            </a:prstGeom>
            <a:noFill/>
            <a:ln w="53975">
              <a:solidFill>
                <a:srgbClr val="ABBED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总体技术流程</a:t>
              </a:r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E78E8798-EDC8-D413-6E5F-579EC4B1C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3482" y="14407320"/>
              <a:ext cx="4150151" cy="2246959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18F6E18D-D0F7-1750-C0C7-2622C16F2D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36" r="40221"/>
            <a:stretch>
              <a:fillRect/>
            </a:stretch>
          </p:blipFill>
          <p:spPr>
            <a:xfrm>
              <a:off x="5805892" y="13888992"/>
              <a:ext cx="935993" cy="3068896"/>
            </a:xfrm>
            <a:prstGeom prst="rect">
              <a:avLst/>
            </a:prstGeom>
          </p:spPr>
        </p:pic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891994E-7FC1-1EF4-2457-B12C38CB88EA}"/>
              </a:ext>
            </a:extLst>
          </p:cNvPr>
          <p:cNvGrpSpPr/>
          <p:nvPr/>
        </p:nvGrpSpPr>
        <p:grpSpPr>
          <a:xfrm>
            <a:off x="1443878" y="13756713"/>
            <a:ext cx="5494217" cy="3367526"/>
            <a:chOff x="7514717" y="13720023"/>
            <a:chExt cx="5494217" cy="336752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5A4762E-7DCA-5CDF-8F52-A89FC6D4A8E1}"/>
                </a:ext>
              </a:extLst>
            </p:cNvPr>
            <p:cNvSpPr/>
            <p:nvPr/>
          </p:nvSpPr>
          <p:spPr>
            <a:xfrm>
              <a:off x="7514717" y="13720023"/>
              <a:ext cx="5494217" cy="3367526"/>
            </a:xfrm>
            <a:prstGeom prst="rect">
              <a:avLst/>
            </a:prstGeom>
            <a:noFill/>
            <a:ln w="53975">
              <a:solidFill>
                <a:srgbClr val="A5BADD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dirty="0" err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EtherCAT</a:t>
              </a:r>
              <a:r>
                <a:rPr lang="zh-CN" altLang="en-US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移植与伺服模块控制验证</a:t>
              </a:r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C87E3BC-21FF-B875-2DD3-545AE00AA832}"/>
                </a:ext>
              </a:extLst>
            </p:cNvPr>
            <p:cNvSpPr txBox="1"/>
            <p:nvPr/>
          </p:nvSpPr>
          <p:spPr>
            <a:xfrm>
              <a:off x="7642007" y="14152234"/>
              <a:ext cx="2864891" cy="23783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457200"/>
              <a:r>
                <a:rPr lang="zh-CN" altLang="en-US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完成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 IGH </a:t>
              </a:r>
              <a:r>
                <a:rPr lang="en-US" altLang="zh-CN" sz="18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EtherCAT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 Master </a:t>
              </a:r>
              <a:r>
                <a:rPr lang="zh-CN" altLang="en-US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在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 </a:t>
              </a:r>
              <a:r>
                <a:rPr lang="en-US" altLang="zh-CN" sz="18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SylixOS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 </a:t>
              </a:r>
              <a:r>
                <a:rPr lang="zh-CN" altLang="en-US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平台上的移植与系统级适配，构建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 1 </a:t>
              </a:r>
              <a:r>
                <a:rPr lang="en-US" altLang="zh-CN" sz="18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ms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 </a:t>
              </a:r>
              <a:r>
                <a:rPr lang="zh-CN" altLang="en-US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周期实时通信链路。系统实现从站自动识别、</a:t>
              </a:r>
              <a:r>
                <a:rPr lang="en-US" altLang="zh-CN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PDO </a:t>
              </a:r>
              <a:r>
                <a:rPr lang="zh-CN" altLang="en-US" sz="18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0030101010101" pitchFamily="49" charset="-122"/>
                  <a:ea typeface="黑体" panose="02010600030101010101" pitchFamily="49" charset="-122"/>
                  <a:cs typeface="黑体" panose="02010600030101010101" pitchFamily="49" charset="-122"/>
                  <a:sym typeface="+mn-ea"/>
                </a:rPr>
                <a:t>映射与稳定数据交互，并可向伺服电机模块下发速度与控制指令，实现连续、稳定的运动控制。</a:t>
              </a: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5E662D2F-B9A9-7BB3-D98F-83C367015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6898" y="14216192"/>
              <a:ext cx="2332851" cy="2314362"/>
            </a:xfrm>
            <a:prstGeom prst="rect">
              <a:avLst/>
            </a:prstGeom>
          </p:spPr>
        </p:pic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4F9A69A-E16F-5113-AE0B-09876B4BEF3F}"/>
              </a:ext>
            </a:extLst>
          </p:cNvPr>
          <p:cNvSpPr txBox="1"/>
          <p:nvPr/>
        </p:nvSpPr>
        <p:spPr>
          <a:xfrm>
            <a:off x="1240942" y="9512513"/>
            <a:ext cx="5753681" cy="3654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ts val="28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本项目构建了一套基于国产实时操作系统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SylixOS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与工业高速通信协议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EtherCAT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的六轴绘画机器人系统。项目完成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IGH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EtherCAT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Master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SylixOS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平台上的移植与适配，构建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周期实时通信链路，实现多伺服从站的高精度同步控制。在此基础上，系统融合背景剔除、素描化与笔画序列生成等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图像处理技术，形成“图像输入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机器人执行”的端到端自动绘画流程，并结合七段式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型速度规划算法，实现平滑、稳定的高精度绘制。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BBD527F-E3C4-830F-CC9D-6CCDD1481D75}"/>
              </a:ext>
            </a:extLst>
          </p:cNvPr>
          <p:cNvSpPr txBox="1"/>
          <p:nvPr/>
        </p:nvSpPr>
        <p:spPr>
          <a:xfrm>
            <a:off x="7235165" y="13635536"/>
            <a:ext cx="5762849" cy="616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ts val="28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项目内容分为两大部分：一是前置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EtherCAT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主站移植工作，需将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IGH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EtherCAT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Master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开源协议栈移植到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SylixOS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，建立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1ms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周期的主从通信链路，支持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轴伺服电机的实时数据交互，确保通信稳定可靠；二是绘画机器人核心功能开发，包括集成深度学习图像风格迁移模型（如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QMUPD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virtual_sketching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）实现人物照片到线稿的转换，融合边缘检测、图像分割与矢量化算法提取连贯路径，建立图像空间与机械臂工作空间的几何映射（通过相机标定、坐标变换），引入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型速度规划与轨迹段连接平滑控制确保机械臂运动稳定，采用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EtherCAT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总线协议与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ZeroErreRob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六轴机械臂实现高速通信，搭建人机交互界面实现一键输入、全流程自动化，并从绘图精度、结构还原度等维度建立系统性能评估机制。</a:t>
            </a:r>
          </a:p>
          <a:p>
            <a:pPr indent="457200" algn="just">
              <a:lnSpc>
                <a:spcPts val="28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04524A9-A216-7869-BA15-146F6791EAF0}"/>
              </a:ext>
            </a:extLst>
          </p:cNvPr>
          <p:cNvGrpSpPr/>
          <p:nvPr/>
        </p:nvGrpSpPr>
        <p:grpSpPr>
          <a:xfrm>
            <a:off x="1443878" y="17697263"/>
            <a:ext cx="5517765" cy="3367526"/>
            <a:chOff x="1444783" y="18478910"/>
            <a:chExt cx="5517765" cy="3367526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B092C0FB-76C5-ED4E-3346-BF9B14201A42}"/>
                </a:ext>
              </a:extLst>
            </p:cNvPr>
            <p:cNvGrpSpPr/>
            <p:nvPr/>
          </p:nvGrpSpPr>
          <p:grpSpPr>
            <a:xfrm>
              <a:off x="1444783" y="18478910"/>
              <a:ext cx="5517765" cy="3367526"/>
              <a:chOff x="7488930" y="13572621"/>
              <a:chExt cx="5517765" cy="3367526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6EB51C7B-025F-70FA-8576-82E6F39D2108}"/>
                  </a:ext>
                </a:extLst>
              </p:cNvPr>
              <p:cNvSpPr/>
              <p:nvPr/>
            </p:nvSpPr>
            <p:spPr>
              <a:xfrm>
                <a:off x="7488930" y="13572621"/>
                <a:ext cx="5494217" cy="3367526"/>
              </a:xfrm>
              <a:prstGeom prst="rect">
                <a:avLst/>
              </a:prstGeom>
              <a:noFill/>
              <a:ln w="53975">
                <a:solidFill>
                  <a:srgbClr val="A5BAD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图像处理</a:t>
                </a:r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0E2ECE3-5966-6EA8-3002-562755D75173}"/>
                  </a:ext>
                </a:extLst>
              </p:cNvPr>
              <p:cNvSpPr txBox="1"/>
              <p:nvPr/>
            </p:nvSpPr>
            <p:spPr>
              <a:xfrm>
                <a:off x="7578439" y="14108193"/>
                <a:ext cx="5428256" cy="23783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457200">
                  <a:lnSpc>
                    <a:spcPts val="2600"/>
                  </a:lnSpc>
                </a:pP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① 背景剔除（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Matting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）</a:t>
                </a:r>
              </a:p>
              <a:p>
                <a:pPr indent="457200">
                  <a:lnSpc>
                    <a:spcPts val="2600"/>
                  </a:lnSpc>
                </a:pP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使用轻量化 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Matting 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模型，去除复杂背景，保留主体细节，显著减少后续线条噪声</a:t>
                </a:r>
              </a:p>
            </p:txBody>
          </p:sp>
        </p:grp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B79FBFC0-DCD2-1364-4A93-947804BBB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2838" y="20187956"/>
              <a:ext cx="1117611" cy="1425435"/>
            </a:xfrm>
            <a:prstGeom prst="rect">
              <a:avLst/>
            </a:prstGeom>
          </p:spPr>
        </p:pic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F4632D5B-4E3E-F2F2-AAFA-B55452E79F95}"/>
                </a:ext>
              </a:extLst>
            </p:cNvPr>
            <p:cNvCxnSpPr/>
            <p:nvPr/>
          </p:nvCxnSpPr>
          <p:spPr>
            <a:xfrm>
              <a:off x="3951631" y="20952965"/>
              <a:ext cx="573827" cy="0"/>
            </a:xfrm>
            <a:prstGeom prst="straightConnector1">
              <a:avLst/>
            </a:prstGeom>
            <a:ln w="69850" cap="flat" cmpd="sng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DF1D7769-2915-A95A-3588-E60B06486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4171" y="19620294"/>
              <a:ext cx="1562869" cy="2079640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AB9740F-05B7-11B9-F30C-B2A126E5BD7C}"/>
              </a:ext>
            </a:extLst>
          </p:cNvPr>
          <p:cNvGrpSpPr/>
          <p:nvPr/>
        </p:nvGrpSpPr>
        <p:grpSpPr>
          <a:xfrm>
            <a:off x="3003613" y="19637129"/>
            <a:ext cx="9899848" cy="4748457"/>
            <a:chOff x="2988177" y="20233044"/>
            <a:chExt cx="9899848" cy="4748457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E5316DC-9646-FD41-1779-6B4CB0F4AF03}"/>
                </a:ext>
              </a:extLst>
            </p:cNvPr>
            <p:cNvGrpSpPr/>
            <p:nvPr/>
          </p:nvGrpSpPr>
          <p:grpSpPr>
            <a:xfrm>
              <a:off x="2988177" y="21613975"/>
              <a:ext cx="5494217" cy="3367526"/>
              <a:chOff x="7802963" y="13574613"/>
              <a:chExt cx="5494217" cy="3367526"/>
            </a:xfrm>
            <a:solidFill>
              <a:schemeClr val="bg1"/>
            </a:solidFill>
          </p:grpSpPr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E00A865-2B93-CD07-BB80-4E7F3D934A35}"/>
                  </a:ext>
                </a:extLst>
              </p:cNvPr>
              <p:cNvSpPr/>
              <p:nvPr/>
            </p:nvSpPr>
            <p:spPr>
              <a:xfrm>
                <a:off x="7802963" y="13574613"/>
                <a:ext cx="5494217" cy="3367526"/>
              </a:xfrm>
              <a:prstGeom prst="rect">
                <a:avLst/>
              </a:prstGeom>
              <a:grpFill/>
              <a:ln w="53975">
                <a:solidFill>
                  <a:srgbClr val="A5BADD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图像处理</a:t>
                </a:r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CF0D418-69D2-DA47-34A1-CF11BFF8FDBD}"/>
                  </a:ext>
                </a:extLst>
              </p:cNvPr>
              <p:cNvSpPr txBox="1"/>
              <p:nvPr/>
            </p:nvSpPr>
            <p:spPr>
              <a:xfrm>
                <a:off x="8035834" y="14318560"/>
                <a:ext cx="2665267" cy="2108312"/>
              </a:xfrm>
              <a:prstGeom prst="rect">
                <a:avLst/>
              </a:prstGeom>
              <a:grpFill/>
            </p:spPr>
            <p:txBody>
              <a:bodyPr wrap="square" rtlCol="0">
                <a:noAutofit/>
              </a:bodyPr>
              <a:lstStyle/>
              <a:p>
                <a:pPr indent="457200">
                  <a:lnSpc>
                    <a:spcPts val="2600"/>
                  </a:lnSpc>
                </a:pP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② 素描化（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QMUPD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）</a:t>
                </a:r>
              </a:p>
              <a:p>
                <a:pPr indent="457200">
                  <a:lnSpc>
                    <a:spcPts val="2600"/>
                  </a:lnSpc>
                </a:pP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将主体转化为高质量素描，保留层次与阴影，线条自然连贯，输入尺寸为 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512×512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，平均推理耗时约 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60ms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（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GPU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）</a:t>
                </a:r>
              </a:p>
            </p:txBody>
          </p:sp>
        </p:grp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D6375D2-2C41-32F0-C609-A8C24295AA29}"/>
                </a:ext>
              </a:extLst>
            </p:cNvPr>
            <p:cNvCxnSpPr>
              <a:cxnSpLocks/>
            </p:cNvCxnSpPr>
            <p:nvPr/>
          </p:nvCxnSpPr>
          <p:spPr>
            <a:xfrm>
              <a:off x="5919696" y="21555679"/>
              <a:ext cx="519826" cy="448871"/>
            </a:xfrm>
            <a:prstGeom prst="straightConnector1">
              <a:avLst/>
            </a:prstGeom>
            <a:ln w="69850" cap="flat" cmpd="sng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E07B460B-7BD5-BD59-2FEE-66D6D057D13A}"/>
                </a:ext>
              </a:extLst>
            </p:cNvPr>
            <p:cNvGrpSpPr/>
            <p:nvPr/>
          </p:nvGrpSpPr>
          <p:grpSpPr>
            <a:xfrm>
              <a:off x="7393808" y="20233044"/>
              <a:ext cx="5494217" cy="3367526"/>
              <a:chOff x="7514717" y="13720023"/>
              <a:chExt cx="5494217" cy="3367526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7B744942-88A2-BCCE-1623-A84319C9ED5E}"/>
                  </a:ext>
                </a:extLst>
              </p:cNvPr>
              <p:cNvSpPr/>
              <p:nvPr/>
            </p:nvSpPr>
            <p:spPr>
              <a:xfrm>
                <a:off x="7514717" y="13720023"/>
                <a:ext cx="5494217" cy="3367526"/>
              </a:xfrm>
              <a:prstGeom prst="rect">
                <a:avLst/>
              </a:prstGeom>
              <a:noFill/>
              <a:ln w="53975">
                <a:solidFill>
                  <a:srgbClr val="A5BAD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图像处理</a:t>
                </a:r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0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E7DFBA6-F279-E94B-97AB-F6DDE6FFB78B}"/>
                  </a:ext>
                </a:extLst>
              </p:cNvPr>
              <p:cNvSpPr txBox="1"/>
              <p:nvPr/>
            </p:nvSpPr>
            <p:spPr>
              <a:xfrm>
                <a:off x="10047025" y="14147093"/>
                <a:ext cx="2864891" cy="23783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457200">
                  <a:lnSpc>
                    <a:spcPts val="2600"/>
                  </a:lnSpc>
                </a:pP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③ 简笔画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/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笔画生成（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Virtual_Sketching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）</a:t>
                </a:r>
              </a:p>
              <a:p>
                <a:pPr indent="457200">
                  <a:lnSpc>
                    <a:spcPts val="2600"/>
                  </a:lnSpc>
                </a:pP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将静态素描图转换为顺序连贯的笔画序列，输出为有序的 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(x, y) 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坐标点集合，直接进入后续线条重构与 </a:t>
                </a:r>
                <a:r>
                  <a:rPr lang="en-US" altLang="zh-CN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B </a:t>
                </a:r>
                <a:r>
                  <a:rPr lang="zh-CN" altLang="en-US" sz="18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0030101010101" pitchFamily="49" charset="-122"/>
                    <a:ea typeface="黑体" panose="02010600030101010101" pitchFamily="49" charset="-122"/>
                    <a:cs typeface="黑体" panose="02010600030101010101" pitchFamily="49" charset="-122"/>
                    <a:sym typeface="+mn-ea"/>
                  </a:rPr>
                  <a:t>样条化阶段。</a:t>
                </a:r>
              </a:p>
            </p:txBody>
          </p:sp>
        </p:grp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656104D2-7827-16C0-3C4D-BA06B9BD8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986" r="-5126"/>
            <a:stretch>
              <a:fillRect/>
            </a:stretch>
          </p:blipFill>
          <p:spPr>
            <a:xfrm>
              <a:off x="5705582" y="22659449"/>
              <a:ext cx="2299335" cy="1701831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EEB5FA98-A26E-665B-8FC6-7FF4B86A9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6" t="10270" r="13168" b="2511"/>
            <a:stretch>
              <a:fillRect/>
            </a:stretch>
          </p:blipFill>
          <p:spPr>
            <a:xfrm>
              <a:off x="7823677" y="20876522"/>
              <a:ext cx="1901738" cy="1998822"/>
            </a:xfrm>
            <a:prstGeom prst="rect">
              <a:avLst/>
            </a:prstGeom>
          </p:spPr>
        </p:pic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B94FFBD7-F641-9222-222B-315D59D57E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5145" y="22764624"/>
              <a:ext cx="482161" cy="389596"/>
            </a:xfrm>
            <a:prstGeom prst="straightConnector1">
              <a:avLst/>
            </a:prstGeom>
            <a:ln w="69850" cap="flat" cmpd="sng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519452]}"/>
</p:tagLst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448945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anose="02020603050405020304" pitchFamily="18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448945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anose="02020603050405020304" pitchFamily="18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气流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136</TotalTime>
  <Words>759</Words>
  <Application>Microsoft Office PowerPoint</Application>
  <PresentationFormat>自定义</PresentationFormat>
  <Paragraphs>94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黑体</vt:lpstr>
      <vt:lpstr>微软雅黑</vt:lpstr>
      <vt:lpstr>Arial</vt:lpstr>
      <vt:lpstr>Calibri</vt:lpstr>
      <vt:lpstr>Calibri Light</vt:lpstr>
      <vt:lpstr>Georgia</vt:lpstr>
      <vt:lpstr>Times New Roman</vt:lpstr>
      <vt:lpstr>Trebuchet MS</vt:lpstr>
      <vt:lpstr>Office 主题​​</vt:lpstr>
      <vt:lpstr>气流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a88557</cp:lastModifiedBy>
  <cp:revision>171</cp:revision>
  <dcterms:created xsi:type="dcterms:W3CDTF">2014-12-09T01:49:00Z</dcterms:created>
  <dcterms:modified xsi:type="dcterms:W3CDTF">2026-05-21T15:43:55Z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0E8E45022A7D46A8AA3C021CC329F584_13</vt:lpwstr>
  </property>
</Properties>
</file>